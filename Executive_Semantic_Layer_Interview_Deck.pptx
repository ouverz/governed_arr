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Trusted Metrics to AI-Ready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Introducing a Semantic Layer on Top of the Existing Data Platform</a:t>
            </a:r>
          </a:p>
          <a:p>
            <a:r>
              <a:t>One metric end-to-end using ARR as the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Snowflake, dbt, Fivetran, Python ingestion, Metabase, reverse ETL.</a:t>
            </a:r>
          </a:p>
          <a:p>
            <a:r>
              <a:t>Strong platform foundation already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 → dbt → Marts → Semantic Layer → Metabase / AI Agents / Reverse ETL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Definitions hidden in SQL today. AI agents need governed access to trusted business meaning.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approach:</a:t>
            </a:r>
          </a:p>
          <a:p>
            <a:r>
              <a:t>• dbt Semantic Models = governance &amp; lineage</a:t>
            </a:r>
          </a:p>
          <a:p>
            <a:r>
              <a:t>• Snowflake Semantic Views = AI consumption &amp; discoverability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Metric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→ Stage → Intermediate → Mart → Semantic Definition → Metabase → AI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Creates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RevOps owns meaning.</a:t>
            </a:r>
          </a:p>
          <a:p>
            <a:r>
              <a:t>Data owns implementation.</a:t>
            </a:r>
          </a:p>
          <a:p>
            <a:r>
              <a:t>Certification is shared.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Before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→ Data Quality → Reconciliation → Certification → Semantic Publication → AI Consumption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Salesforce (Booked ARR) + Just-On (Recognized ARR)</a:t>
            </a:r>
          </a:p>
          <a:p>
            <a:r>
              <a:t>→ Certified ARR exposed through the semantic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Certified metrics only.</a:t>
            </a:r>
          </a:p>
          <a:p>
            <a:r>
              <a:t>Descriptions, synonyms, approved dimensions, verified queries, access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90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ARR certification &amp; governance</a:t>
            </a:r>
          </a:p>
          <a:p>
            <a:r>
              <a:t>Month 2: GTM metrics</a:t>
            </a:r>
          </a:p>
          <a:p>
            <a:r>
              <a:t>Month 3: Product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same metric, definition and answer across Metabase, Board Reporting, Salesforce and AI Agents.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is not to build a semantic layer.</a:t>
            </a:r>
          </a:p>
          <a:p>
            <a:r>
              <a:t>The goal is to create a trusted business vocabulary for humans and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